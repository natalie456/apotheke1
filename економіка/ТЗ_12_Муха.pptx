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Oswald" panose="00000500000000000000" pitchFamily="2" charset="-52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663AA-3290-478A-B0D5-A98E53DE1869}" v="1" dt="2025-12-03T18:34:22.191"/>
  </p1510:revLst>
</p1510:revInfo>
</file>

<file path=ppt/tableStyles.xml><?xml version="1.0" encoding="utf-8"?>
<a:tblStyleLst xmlns:a="http://schemas.openxmlformats.org/drawingml/2006/main" def="{A73FB78E-267C-40D0-85C5-E2DACC7E71F0}">
  <a:tblStyle styleId="{A73FB78E-267C-40D0-85C5-E2DACC7E71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190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mukha" userId="11b5122d0ff3b101" providerId="LiveId" clId="{522B37DC-86BD-4E45-93D5-3D7A3EF8228B}"/>
    <pc:docChg chg="undo custSel modSld">
      <pc:chgData name="natalie mukha" userId="11b5122d0ff3b101" providerId="LiveId" clId="{522B37DC-86BD-4E45-93D5-3D7A3EF8228B}" dt="2025-12-04T08:47:37.044" v="107" actId="20577"/>
      <pc:docMkLst>
        <pc:docMk/>
      </pc:docMkLst>
      <pc:sldChg chg="modSp mod">
        <pc:chgData name="natalie mukha" userId="11b5122d0ff3b101" providerId="LiveId" clId="{522B37DC-86BD-4E45-93D5-3D7A3EF8228B}" dt="2025-12-03T18:23:06.001" v="0" actId="20577"/>
        <pc:sldMkLst>
          <pc:docMk/>
          <pc:sldMk cId="0" sldId="256"/>
        </pc:sldMkLst>
        <pc:spChg chg="mod">
          <ac:chgData name="natalie mukha" userId="11b5122d0ff3b101" providerId="LiveId" clId="{522B37DC-86BD-4E45-93D5-3D7A3EF8228B}" dt="2025-12-03T18:23:06.001" v="0" actId="20577"/>
          <ac:spMkLst>
            <pc:docMk/>
            <pc:sldMk cId="0" sldId="256"/>
            <ac:spMk id="88" creationId="{00000000-0000-0000-0000-000000000000}"/>
          </ac:spMkLst>
        </pc:spChg>
      </pc:sldChg>
      <pc:sldChg chg="modSp mod">
        <pc:chgData name="natalie mukha" userId="11b5122d0ff3b101" providerId="LiveId" clId="{522B37DC-86BD-4E45-93D5-3D7A3EF8228B}" dt="2025-12-03T18:23:48.571" v="15" actId="20577"/>
        <pc:sldMkLst>
          <pc:docMk/>
          <pc:sldMk cId="0" sldId="258"/>
        </pc:sldMkLst>
        <pc:spChg chg="mod">
          <ac:chgData name="natalie mukha" userId="11b5122d0ff3b101" providerId="LiveId" clId="{522B37DC-86BD-4E45-93D5-3D7A3EF8228B}" dt="2025-12-03T18:23:36.379" v="14" actId="20577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23:48.571" v="15" actId="20577"/>
          <ac:spMkLst>
            <pc:docMk/>
            <pc:sldMk cId="0" sldId="258"/>
            <ac:spMk id="122" creationId="{00000000-0000-0000-0000-000000000000}"/>
          </ac:spMkLst>
        </pc:spChg>
      </pc:sldChg>
      <pc:sldChg chg="modSp mod">
        <pc:chgData name="natalie mukha" userId="11b5122d0ff3b101" providerId="LiveId" clId="{522B37DC-86BD-4E45-93D5-3D7A3EF8228B}" dt="2025-12-03T18:32:29.880" v="72" actId="14100"/>
        <pc:sldMkLst>
          <pc:docMk/>
          <pc:sldMk cId="0" sldId="259"/>
        </pc:sldMkLst>
        <pc:spChg chg="mod">
          <ac:chgData name="natalie mukha" userId="11b5122d0ff3b101" providerId="LiveId" clId="{522B37DC-86BD-4E45-93D5-3D7A3EF8228B}" dt="2025-12-03T18:31:41.398" v="61" actId="255"/>
          <ac:spMkLst>
            <pc:docMk/>
            <pc:sldMk cId="0" sldId="259"/>
            <ac:spMk id="135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32:29.880" v="72" actId="14100"/>
          <ac:spMkLst>
            <pc:docMk/>
            <pc:sldMk cId="0" sldId="259"/>
            <ac:spMk id="138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32:25.162" v="70" actId="14100"/>
          <ac:spMkLst>
            <pc:docMk/>
            <pc:sldMk cId="0" sldId="259"/>
            <ac:spMk id="141" creationId="{00000000-0000-0000-0000-000000000000}"/>
          </ac:spMkLst>
        </pc:spChg>
      </pc:sldChg>
      <pc:sldChg chg="delSp modSp mod">
        <pc:chgData name="natalie mukha" userId="11b5122d0ff3b101" providerId="LiveId" clId="{522B37DC-86BD-4E45-93D5-3D7A3EF8228B}" dt="2025-12-03T18:30:29.072" v="54" actId="1076"/>
        <pc:sldMkLst>
          <pc:docMk/>
          <pc:sldMk cId="0" sldId="260"/>
        </pc:sldMkLst>
        <pc:spChg chg="mod">
          <ac:chgData name="natalie mukha" userId="11b5122d0ff3b101" providerId="LiveId" clId="{522B37DC-86BD-4E45-93D5-3D7A3EF8228B}" dt="2025-12-03T18:30:11.676" v="51" actId="1076"/>
          <ac:spMkLst>
            <pc:docMk/>
            <pc:sldMk cId="0" sldId="260"/>
            <ac:spMk id="152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30:18.381" v="52" actId="1076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30:24.428" v="53" actId="1076"/>
          <ac:spMkLst>
            <pc:docMk/>
            <pc:sldMk cId="0" sldId="260"/>
            <ac:spMk id="156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30:29.072" v="54" actId="1076"/>
          <ac:spMkLst>
            <pc:docMk/>
            <pc:sldMk cId="0" sldId="260"/>
            <ac:spMk id="158" creationId="{00000000-0000-0000-0000-000000000000}"/>
          </ac:spMkLst>
        </pc:spChg>
        <pc:spChg chg="del mod">
          <ac:chgData name="natalie mukha" userId="11b5122d0ff3b101" providerId="LiveId" clId="{522B37DC-86BD-4E45-93D5-3D7A3EF8228B}" dt="2025-12-03T18:25:53.240" v="20"/>
          <ac:spMkLst>
            <pc:docMk/>
            <pc:sldMk cId="0" sldId="260"/>
            <ac:spMk id="160" creationId="{00000000-0000-0000-0000-000000000000}"/>
          </ac:spMkLst>
        </pc:spChg>
        <pc:spChg chg="del mod">
          <ac:chgData name="natalie mukha" userId="11b5122d0ff3b101" providerId="LiveId" clId="{522B37DC-86BD-4E45-93D5-3D7A3EF8228B}" dt="2025-12-03T18:25:53.240" v="18" actId="478"/>
          <ac:spMkLst>
            <pc:docMk/>
            <pc:sldMk cId="0" sldId="260"/>
            <ac:spMk id="162" creationId="{00000000-0000-0000-0000-000000000000}"/>
          </ac:spMkLst>
        </pc:spChg>
      </pc:sldChg>
      <pc:sldChg chg="modSp mod">
        <pc:chgData name="natalie mukha" userId="11b5122d0ff3b101" providerId="LiveId" clId="{522B37DC-86BD-4E45-93D5-3D7A3EF8228B}" dt="2025-12-03T18:30:50.409" v="56" actId="1076"/>
        <pc:sldMkLst>
          <pc:docMk/>
          <pc:sldMk cId="0" sldId="261"/>
        </pc:sldMkLst>
        <pc:spChg chg="mod">
          <ac:chgData name="natalie mukha" userId="11b5122d0ff3b101" providerId="LiveId" clId="{522B37DC-86BD-4E45-93D5-3D7A3EF8228B}" dt="2025-12-03T18:26:19.923" v="21" actId="1076"/>
          <ac:spMkLst>
            <pc:docMk/>
            <pc:sldMk cId="0" sldId="261"/>
            <ac:spMk id="174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26:34.501" v="22" actId="1076"/>
          <ac:spMkLst>
            <pc:docMk/>
            <pc:sldMk cId="0" sldId="261"/>
            <ac:spMk id="175" creationId="{00000000-0000-0000-0000-000000000000}"/>
          </ac:spMkLst>
        </pc:spChg>
        <pc:picChg chg="mod">
          <ac:chgData name="natalie mukha" userId="11b5122d0ff3b101" providerId="LiveId" clId="{522B37DC-86BD-4E45-93D5-3D7A3EF8228B}" dt="2025-12-03T18:30:39.089" v="55" actId="1076"/>
          <ac:picMkLst>
            <pc:docMk/>
            <pc:sldMk cId="0" sldId="261"/>
            <ac:picMk id="176" creationId="{00000000-0000-0000-0000-000000000000}"/>
          </ac:picMkLst>
        </pc:picChg>
        <pc:picChg chg="mod">
          <ac:chgData name="natalie mukha" userId="11b5122d0ff3b101" providerId="LiveId" clId="{522B37DC-86BD-4E45-93D5-3D7A3EF8228B}" dt="2025-12-03T18:30:50.409" v="56" actId="1076"/>
          <ac:picMkLst>
            <pc:docMk/>
            <pc:sldMk cId="0" sldId="261"/>
            <ac:picMk id="177" creationId="{00000000-0000-0000-0000-000000000000}"/>
          </ac:picMkLst>
        </pc:picChg>
        <pc:picChg chg="mod">
          <ac:chgData name="natalie mukha" userId="11b5122d0ff3b101" providerId="LiveId" clId="{522B37DC-86BD-4E45-93D5-3D7A3EF8228B}" dt="2025-12-03T18:26:47.205" v="24" actId="1076"/>
          <ac:picMkLst>
            <pc:docMk/>
            <pc:sldMk cId="0" sldId="261"/>
            <ac:picMk id="178" creationId="{00000000-0000-0000-0000-000000000000}"/>
          </ac:picMkLst>
        </pc:picChg>
        <pc:picChg chg="mod">
          <ac:chgData name="natalie mukha" userId="11b5122d0ff3b101" providerId="LiveId" clId="{522B37DC-86BD-4E45-93D5-3D7A3EF8228B}" dt="2025-12-03T18:26:40.603" v="23" actId="1076"/>
          <ac:picMkLst>
            <pc:docMk/>
            <pc:sldMk cId="0" sldId="261"/>
            <ac:picMk id="179" creationId="{00000000-0000-0000-0000-000000000000}"/>
          </ac:picMkLst>
        </pc:picChg>
      </pc:sldChg>
      <pc:sldChg chg="modSp mod">
        <pc:chgData name="natalie mukha" userId="11b5122d0ff3b101" providerId="LiveId" clId="{522B37DC-86BD-4E45-93D5-3D7A3EF8228B}" dt="2025-12-04T08:46:04.543" v="94" actId="20577"/>
        <pc:sldMkLst>
          <pc:docMk/>
          <pc:sldMk cId="0" sldId="262"/>
        </pc:sldMkLst>
        <pc:spChg chg="mod">
          <ac:chgData name="natalie mukha" userId="11b5122d0ff3b101" providerId="LiveId" clId="{522B37DC-86BD-4E45-93D5-3D7A3EF8228B}" dt="2025-12-03T18:28:35.096" v="34" actId="1076"/>
          <ac:spMkLst>
            <pc:docMk/>
            <pc:sldMk cId="0" sldId="262"/>
            <ac:spMk id="189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28:41.543" v="35" actId="1076"/>
          <ac:spMkLst>
            <pc:docMk/>
            <pc:sldMk cId="0" sldId="262"/>
            <ac:spMk id="191" creationId="{00000000-0000-0000-0000-000000000000}"/>
          </ac:spMkLst>
        </pc:spChg>
        <pc:spChg chg="mod">
          <ac:chgData name="natalie mukha" userId="11b5122d0ff3b101" providerId="LiveId" clId="{522B37DC-86BD-4E45-93D5-3D7A3EF8228B}" dt="2025-12-04T08:46:04.543" v="94" actId="20577"/>
          <ac:spMkLst>
            <pc:docMk/>
            <pc:sldMk cId="0" sldId="262"/>
            <ac:spMk id="192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28:28.483" v="33" actId="1076"/>
          <ac:spMkLst>
            <pc:docMk/>
            <pc:sldMk cId="0" sldId="262"/>
            <ac:spMk id="193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28:21.276" v="32" actId="1076"/>
          <ac:spMkLst>
            <pc:docMk/>
            <pc:sldMk cId="0" sldId="262"/>
            <ac:spMk id="195" creationId="{00000000-0000-0000-0000-000000000000}"/>
          </ac:spMkLst>
        </pc:spChg>
        <pc:spChg chg="mod">
          <ac:chgData name="natalie mukha" userId="11b5122d0ff3b101" providerId="LiveId" clId="{522B37DC-86BD-4E45-93D5-3D7A3EF8228B}" dt="2025-12-04T08:45:41.391" v="78" actId="20577"/>
          <ac:spMkLst>
            <pc:docMk/>
            <pc:sldMk cId="0" sldId="262"/>
            <ac:spMk id="196" creationId="{00000000-0000-0000-0000-000000000000}"/>
          </ac:spMkLst>
        </pc:spChg>
      </pc:sldChg>
      <pc:sldChg chg="modSp mod">
        <pc:chgData name="natalie mukha" userId="11b5122d0ff3b101" providerId="LiveId" clId="{522B37DC-86BD-4E45-93D5-3D7A3EF8228B}" dt="2025-12-04T08:46:39.410" v="103" actId="20577"/>
        <pc:sldMkLst>
          <pc:docMk/>
          <pc:sldMk cId="0" sldId="263"/>
        </pc:sldMkLst>
        <pc:spChg chg="mod">
          <ac:chgData name="natalie mukha" userId="11b5122d0ff3b101" providerId="LiveId" clId="{522B37DC-86BD-4E45-93D5-3D7A3EF8228B}" dt="2025-12-03T18:29:42.749" v="50" actId="1076"/>
          <ac:spMkLst>
            <pc:docMk/>
            <pc:sldMk cId="0" sldId="263"/>
            <ac:spMk id="208" creationId="{00000000-0000-0000-0000-000000000000}"/>
          </ac:spMkLst>
        </pc:spChg>
        <pc:spChg chg="mod">
          <ac:chgData name="natalie mukha" userId="11b5122d0ff3b101" providerId="LiveId" clId="{522B37DC-86BD-4E45-93D5-3D7A3EF8228B}" dt="2025-12-04T08:46:25.431" v="99" actId="20577"/>
          <ac:spMkLst>
            <pc:docMk/>
            <pc:sldMk cId="0" sldId="263"/>
            <ac:spMk id="213" creationId="{00000000-0000-0000-0000-000000000000}"/>
          </ac:spMkLst>
        </pc:spChg>
        <pc:spChg chg="mod">
          <ac:chgData name="natalie mukha" userId="11b5122d0ff3b101" providerId="LiveId" clId="{522B37DC-86BD-4E45-93D5-3D7A3EF8228B}" dt="2025-12-04T08:46:39.410" v="103" actId="20577"/>
          <ac:spMkLst>
            <pc:docMk/>
            <pc:sldMk cId="0" sldId="263"/>
            <ac:spMk id="217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29:23.809" v="45" actId="14100"/>
          <ac:spMkLst>
            <pc:docMk/>
            <pc:sldMk cId="0" sldId="263"/>
            <ac:spMk id="221" creationId="{00000000-0000-0000-0000-000000000000}"/>
          </ac:spMkLst>
        </pc:spChg>
        <pc:spChg chg="mod">
          <ac:chgData name="natalie mukha" userId="11b5122d0ff3b101" providerId="LiveId" clId="{522B37DC-86BD-4E45-93D5-3D7A3EF8228B}" dt="2025-12-03T18:29:37.214" v="49" actId="1076"/>
          <ac:spMkLst>
            <pc:docMk/>
            <pc:sldMk cId="0" sldId="263"/>
            <ac:spMk id="225" creationId="{00000000-0000-0000-0000-000000000000}"/>
          </ac:spMkLst>
        </pc:spChg>
      </pc:sldChg>
      <pc:sldChg chg="addSp delSp modSp mod modNotes">
        <pc:chgData name="natalie mukha" userId="11b5122d0ff3b101" providerId="LiveId" clId="{522B37DC-86BD-4E45-93D5-3D7A3EF8228B}" dt="2025-12-04T08:47:37.044" v="107" actId="20577"/>
        <pc:sldMkLst>
          <pc:docMk/>
          <pc:sldMk cId="0" sldId="264"/>
        </pc:sldMkLst>
        <pc:spChg chg="mod">
          <ac:chgData name="natalie mukha" userId="11b5122d0ff3b101" providerId="LiveId" clId="{522B37DC-86BD-4E45-93D5-3D7A3EF8228B}" dt="2025-12-04T08:47:37.044" v="107" actId="20577"/>
          <ac:spMkLst>
            <pc:docMk/>
            <pc:sldMk cId="0" sldId="264"/>
            <ac:spMk id="236" creationId="{00000000-0000-0000-0000-000000000000}"/>
          </ac:spMkLst>
        </pc:spChg>
        <pc:picChg chg="add mod">
          <ac:chgData name="natalie mukha" userId="11b5122d0ff3b101" providerId="LiveId" clId="{522B37DC-86BD-4E45-93D5-3D7A3EF8228B}" dt="2025-12-03T18:34:36.142" v="76" actId="14100"/>
          <ac:picMkLst>
            <pc:docMk/>
            <pc:sldMk cId="0" sldId="264"/>
            <ac:picMk id="2" creationId="{01FB7FF9-CA1C-7092-47B3-1887665E81BE}"/>
          </ac:picMkLst>
        </pc:picChg>
        <pc:picChg chg="del">
          <ac:chgData name="natalie mukha" userId="11b5122d0ff3b101" providerId="LiveId" clId="{522B37DC-86BD-4E45-93D5-3D7A3EF8228B}" dt="2025-12-03T18:34:24.344" v="74" actId="478"/>
          <ac:picMkLst>
            <pc:docMk/>
            <pc:sldMk cId="0" sldId="264"/>
            <ac:picMk id="23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62000" y="1654671"/>
            <a:ext cx="50006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>
                <a:solidFill>
                  <a:srgbClr val="0284C7"/>
                </a:solidFill>
                <a:latin typeface="Oswald"/>
                <a:ea typeface="Oswald"/>
                <a:cs typeface="Oswald"/>
                <a:sym typeface="Oswald"/>
              </a:rPr>
              <a:t>CLIMAFRESH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969121"/>
            <a:ext cx="47625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Технічне завдання на розробку автоматизованого очищувача повітря з UV-дезінфекцією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451265-69C1-A15B-F4A9-FC29BE0BBCCD}"/>
              </a:ext>
            </a:extLst>
          </p:cNvPr>
          <p:cNvSpPr txBox="1"/>
          <p:nvPr/>
        </p:nvSpPr>
        <p:spPr>
          <a:xfrm>
            <a:off x="762000" y="5023556"/>
            <a:ext cx="4762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Виконала: </a:t>
            </a:r>
          </a:p>
          <a:p>
            <a:r>
              <a:rPr lang="uk-UA" dirty="0"/>
              <a:t>студентка групи ТА-21</a:t>
            </a:r>
          </a:p>
          <a:p>
            <a:r>
              <a:rPr lang="uk-UA" dirty="0"/>
              <a:t>Муха Н. С.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699617"/>
            <a:ext cx="11239500" cy="4491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485775" y="2390179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3851820" y="2390179"/>
            <a:ext cx="78544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85775" y="3085504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851820" y="3085504"/>
            <a:ext cx="78544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85775" y="3780829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851820" y="3780829"/>
            <a:ext cx="78544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85775" y="4476154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851820" y="4476154"/>
            <a:ext cx="78544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485775" y="5171479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851820" y="5171479"/>
            <a:ext cx="78544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85775" y="6166842"/>
            <a:ext cx="336604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Паспорт Проєкту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C1D61E-EE1E-F4B3-886F-3632444FDB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32" t="1768" r="1237" b="3110"/>
          <a:stretch>
            <a:fillRect/>
          </a:stretch>
        </p:blipFill>
        <p:spPr>
          <a:xfrm>
            <a:off x="571500" y="1756765"/>
            <a:ext cx="10995660" cy="42935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73238"/>
            <a:ext cx="5381625" cy="274394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76250" y="2706588"/>
            <a:ext cx="5650706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284C7"/>
                </a:solidFill>
                <a:latin typeface="Oswald"/>
                <a:ea typeface="Oswald"/>
                <a:cs typeface="Oswald"/>
                <a:sym typeface="Oswald"/>
              </a:rPr>
              <a:t>1.1 Обґрунтування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6250" y="3164532"/>
            <a:ext cx="538162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Зростання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рівня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урбанізації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сезонні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вірусні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загрози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підвищують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попит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універсальні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пристрої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: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очищення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пилу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знезараження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ринку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бракує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доступних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рішень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з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повноцінною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українською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локалізацією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інтеграцією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локальні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системи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розумного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дому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0" y="2858988"/>
            <a:ext cx="5000625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1.2 Основна мета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67500" y="3316932"/>
            <a:ext cx="47625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Розробити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повний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комплект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проєктно-конструкторської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документації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виготовити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дослідний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зразок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що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відповідає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стандартам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безпеки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ЄС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України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з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подальшою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підготовкою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серійного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виробництва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1. Загальні положення та цілі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331690"/>
            <a:ext cx="3555950" cy="3226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331690"/>
            <a:ext cx="3555950" cy="3226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331690"/>
            <a:ext cx="3555950" cy="3226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626965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97389" y="3274665"/>
            <a:ext cx="311367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Габарити та Форм-фактор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6250" y="3720405"/>
            <a:ext cx="3546425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Вертикальна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вежа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 (Tower).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Розміри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більше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250х250х600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мм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Матеріал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матовий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ABS-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пластик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стійкий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UV-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випромінювання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50" dirty="0"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626965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4539090" y="3274665"/>
            <a:ext cx="311367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Безпека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327474" y="3720405"/>
            <a:ext cx="3546426" cy="152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Приховане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розміщення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UV-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лампи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Автоматичне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вимкнення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відкритті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корпусу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або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падінні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пристрою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50" dirty="0"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2626965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380790" y="3274665"/>
            <a:ext cx="311367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Дитячий захист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169174" y="3720405"/>
            <a:ext cx="3546425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Конструкція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решітки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забору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повітря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що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унеможливлює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потрапляння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пальців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дитини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Фізичне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блокування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панелі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керування</a:t>
            </a:r>
            <a:r>
              <a:rPr lang="en-US" sz="15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50"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2.1 Конструктивні вимоги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52006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2.2 Функціональні вимоги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194345"/>
            <a:ext cx="49530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04850" y="200203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809625" y="188773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Багатоступенева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фільтрація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Pre-filter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шерсть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), HEPA H13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пил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алергени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), Carbon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газ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запахи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704850" y="270688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809625" y="261163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UV-C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Дезінфекція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Довжина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хвилі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254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знищення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бактерій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всередині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камери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704850" y="34290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809625" y="333553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Сенсори якості: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Лазерний датчик PM2.5, датчик CO₂ та TVOC (леткі органічні сполуки).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95326" y="413004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809625" y="4059435"/>
            <a:ext cx="4714875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Розумні режими: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47750" y="436423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Регулювання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швидкості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залежно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забруднення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1047750" y="508813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Night: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Рівень шуму &lt; 20 дБ, вимкнення дисплея.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196834F-7F6C-3763-BCC4-0C8A7D188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149" y="478034"/>
            <a:ext cx="6105525" cy="5945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49078"/>
            <a:ext cx="5381625" cy="35921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334125" y="2230338"/>
            <a:ext cx="5650706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Інтеграція "Розумний дім"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149078"/>
            <a:ext cx="5381625" cy="35921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6334125" y="2688282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Модуль зв'язку: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Wi-Fi (2.4 GHz) + Bluetooth Low Energy (для швидкого налаштування).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334125" y="3412182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Мобільний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додаток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Відображення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якості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повітря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реальному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часі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історія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забруднення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віддалений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запуск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6334124" y="4411191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API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Екосистеми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Повна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підтримка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Google Home, Apple HomeKit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Tuya Smart.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6334124" y="5131593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Сповіщення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Push-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повідомлення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критичний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рівень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CO₂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або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необхідність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заміни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фільтра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76937" y="280258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9329" y="352648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24562" y="452549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72187" y="5245893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2.3 Електроніка та ПЗ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78806"/>
            <a:ext cx="5381625" cy="4132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78806"/>
            <a:ext cx="5381625" cy="413280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82931" y="2348435"/>
            <a:ext cx="1809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857250" y="2216348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Розробка концепції: Дизайн-проєкт корпусу, аеродинамічний розрахунок потоків повітря.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82931" y="3132981"/>
            <a:ext cx="27432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857250" y="3064073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Конструкторська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документація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3D-моделі,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креслення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прес-форм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пластику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специфікація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.</a:t>
            </a:r>
            <a:endParaRPr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548642" y="4316615"/>
            <a:ext cx="274319" cy="23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dirty="0"/>
          </a:p>
        </p:txBody>
      </p:sp>
      <p:sp>
        <p:nvSpPr>
          <p:cNvPr id="194" name="Google Shape;194;p19"/>
          <p:cNvSpPr txBox="1"/>
          <p:nvPr/>
        </p:nvSpPr>
        <p:spPr>
          <a:xfrm>
            <a:off x="857250" y="4216598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Електронна частина: Розведення плати керування (PCB), написання прошивки мікроконтролера.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82931" y="5369125"/>
            <a:ext cx="274319" cy="23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dirty="0"/>
          </a:p>
        </p:txBody>
      </p:sp>
      <p:sp>
        <p:nvSpPr>
          <p:cNvPr id="196" name="Google Shape;196;p19"/>
          <p:cNvSpPr txBox="1"/>
          <p:nvPr/>
        </p:nvSpPr>
        <p:spPr>
          <a:xfrm>
            <a:off x="857250" y="5302448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Прототипування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Виготовлення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робочого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зразка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(3D-друк)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налагодження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ПЗ.</a:t>
            </a:r>
            <a:endParaRPr dirty="0"/>
          </a:p>
        </p:txBody>
      </p:sp>
      <p:sp>
        <p:nvSpPr>
          <p:cNvPr id="197" name="Google Shape;197;p19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3. Обсяг робіт виконавця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726680"/>
            <a:ext cx="2472630" cy="213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8490" y="2726680"/>
            <a:ext cx="2472630" cy="213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0730" y="2726680"/>
            <a:ext cx="2472630" cy="213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42970" y="2726680"/>
            <a:ext cx="2472630" cy="213226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76250" y="5601586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Загальний</a:t>
            </a:r>
            <a:r>
              <a:rPr lang="en-US" sz="1500" b="1" i="0" u="none" strike="noStrike" cap="none" dirty="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термін</a:t>
            </a:r>
            <a:r>
              <a:rPr lang="en-US" sz="1500" b="1" i="0" u="none" strike="noStrike" cap="none" dirty="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: 105 </a:t>
            </a:r>
            <a:r>
              <a:rPr lang="en-US" sz="1500" b="1" i="0" u="none" strike="noStrike" cap="none" dirty="0" err="1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робочих</a:t>
            </a:r>
            <a:r>
              <a:rPr lang="en-US" sz="1500" b="1" i="0" u="none" strike="noStrike" cap="none" dirty="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днів</a:t>
            </a:r>
            <a:endParaRPr dirty="0"/>
          </a:p>
        </p:txBody>
      </p:sp>
      <p:sp>
        <p:nvSpPr>
          <p:cNvPr id="209" name="Google Shape;209;p20"/>
          <p:cNvSpPr/>
          <p:nvPr/>
        </p:nvSpPr>
        <p:spPr>
          <a:xfrm>
            <a:off x="952500" y="2869555"/>
            <a:ext cx="10287000" cy="381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569690" y="272668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3202930"/>
            <a:ext cx="22821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Етап 1 (15 днів)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14446" y="3555355"/>
            <a:ext cx="2396236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Концепт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3975199"/>
            <a:ext cx="228213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Ескізний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проєкт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вибір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компонентів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sp>
        <p:nvSpPr>
          <p:cNvPr id="214" name="Google Shape;214;p20"/>
          <p:cNvSpPr/>
          <p:nvPr/>
        </p:nvSpPr>
        <p:spPr>
          <a:xfrm>
            <a:off x="4491930" y="272668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493740" y="3202930"/>
            <a:ext cx="22821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Етап 2 (30 днів)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3436686" y="3555355"/>
            <a:ext cx="2396236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Розробка КД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3303240" y="3975199"/>
            <a:ext cx="279276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CAD-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моделювання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схеми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дизайн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додатку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sp>
        <p:nvSpPr>
          <p:cNvPr id="218" name="Google Shape;218;p20"/>
          <p:cNvSpPr/>
          <p:nvPr/>
        </p:nvSpPr>
        <p:spPr>
          <a:xfrm>
            <a:off x="7414170" y="272668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415980" y="3202930"/>
            <a:ext cx="22821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Етап 3 (45 днів)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358927" y="3555355"/>
            <a:ext cx="2396236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Прототип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301874" y="3975199"/>
            <a:ext cx="2602096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Збірка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заліза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прошивка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інтеграція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сенсорів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sp>
        <p:nvSpPr>
          <p:cNvPr id="222" name="Google Shape;222;p20"/>
          <p:cNvSpPr/>
          <p:nvPr/>
        </p:nvSpPr>
        <p:spPr>
          <a:xfrm>
            <a:off x="10336410" y="272668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9338220" y="3202930"/>
            <a:ext cx="22821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Етап 4 (15 днів)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9281167" y="3555355"/>
            <a:ext cx="2396236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Тестування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9250754" y="3958529"/>
            <a:ext cx="24916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Перевірка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режимів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виправлення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багів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передача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документації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sp>
        <p:nvSpPr>
          <p:cNvPr id="226" name="Google Shape;226;p20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4. Етапи та терміни виконання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571500"/>
            <a:ext cx="52006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swald"/>
                <a:ea typeface="Oswald"/>
                <a:cs typeface="Oswald"/>
                <a:sym typeface="Oswald"/>
              </a:rPr>
              <a:t>5. Критерії приймання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1194345"/>
            <a:ext cx="49530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204013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Повний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пакет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КД: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Наявність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усіх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креслень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файлів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передачі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завод</a:t>
            </a:r>
            <a:r>
              <a:rPr lang="uk-UA" sz="15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306883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Функціональність: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Прототип успішно перемикає режими, реагує на забруднення повітря (дим/аерозоль).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409753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UV-Безпека: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Відсутність витоку ультрафіолету за межі корпусу.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482143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Стабільність ПЗ: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Додаток коректно відображає дані та керує пристроєм без збоїв протягом 72 годин тестування.</a:t>
            </a:r>
            <a:endParaRPr/>
          </a:p>
        </p:txBody>
      </p:sp>
      <p:pic>
        <p:nvPicPr>
          <p:cNvPr id="240" name="Google Shape;2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209728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312598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415468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487858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1FB7FF9-CA1C-7092-47B3-1887665E8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496</Words>
  <Application>Microsoft Office PowerPoint</Application>
  <PresentationFormat>Широкий екран</PresentationFormat>
  <Paragraphs>63</Paragraphs>
  <Slides>9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4" baseType="lpstr">
      <vt:lpstr>Inter</vt:lpstr>
      <vt:lpstr>Calibri</vt:lpstr>
      <vt:lpstr>Oswald</vt:lpstr>
      <vt:lpstr>Arial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natalie mukha</cp:lastModifiedBy>
  <cp:revision>1</cp:revision>
  <dcterms:modified xsi:type="dcterms:W3CDTF">2025-12-04T08:47:41Z</dcterms:modified>
</cp:coreProperties>
</file>